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6" r:id="rId11"/>
    <p:sldId id="268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Bookman Old Style" panose="02050604050505020204" pitchFamily="18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Content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5"/>
            <a:chOff x="1307591" y="2079179"/>
            <a:chExt cx="8786622" cy="3683115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4" y="2079179"/>
              <a:ext cx="7996429" cy="3683114"/>
              <a:chOff x="1577339" y="2181955"/>
              <a:chExt cx="9027334" cy="368311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Exploratory Data Analysis (EDA)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Data Cleaning &amp; Transformation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Tools &amp; Technologies Used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D6B1B7-2601-9E4F-0C43-FBB88CD76FDA}"/>
                  </a:ext>
                </a:extLst>
              </p:cNvPr>
              <p:cNvSpPr txBox="1"/>
              <p:nvPr/>
            </p:nvSpPr>
            <p:spPr>
              <a:xfrm>
                <a:off x="1577339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Future Scope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493B2B9-BED8-DC61-A72F-B53B8B2A5E7C}"/>
                  </a:ext>
                </a:extLst>
              </p:cNvPr>
              <p:cNvSpPr txBox="1"/>
              <p:nvPr/>
            </p:nvSpPr>
            <p:spPr>
              <a:xfrm>
                <a:off x="6690360" y="5403404"/>
                <a:ext cx="2514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Conclusion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9F74634-2905-CC99-8914-A4EEF44EC1F8}"/>
                </a:ext>
              </a:extLst>
            </p:cNvPr>
            <p:cNvSpPr txBox="1"/>
            <p:nvPr/>
          </p:nvSpPr>
          <p:spPr>
            <a:xfrm>
              <a:off x="5827015" y="5300629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08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501675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EDA phase focused on understanding, cleaning, and preparing the Amazon sales data for visualization and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steps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422910" y="2259848"/>
            <a:ext cx="6096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Profiling: Checked data types, null values, duplicates, and inconsistent entries.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Column Standardization: Renamed and formatted columns for better readability (e.g., Order Date, Total Amount, Fulfilment Type).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Missing Value Handling: Cleaned or replaced missing and invalid entries (like blank cities or order statuses).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953125" y="766732"/>
            <a:ext cx="575194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Outlier Detection: Identified unusual sales values or quantities to ensure accurate analysis.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Derived Columns Creation: Added new columns such as Month, Year, Category Group, Order Status Group, and B2B flag for trend analysis.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Validation: Verified total order counts, total sales, and category totals to ensure data consistency.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All transformations were performed within Power Query Editor before loading data into Power BI for reporting.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67" y="1425960"/>
            <a:ext cx="7397947" cy="5230872"/>
          </a:xfrm>
          <a:prstGeom prst="rect">
            <a:avLst/>
          </a:prstGeom>
          <a:effectLst>
            <a:glow rad="101600">
              <a:schemeClr val="accent3">
                <a:satMod val="175000"/>
                <a:alpha val="40000"/>
              </a:schemeClr>
            </a:glow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832F-9831-FF55-3DF3-03FE8C47B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8C83E-899D-D2B2-471C-F2FBB5B65F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96ECE1-23B7-1A01-C8D2-720A02607E22}"/>
              </a:ext>
            </a:extLst>
          </p:cNvPr>
          <p:cNvSpPr txBox="1"/>
          <p:nvPr/>
        </p:nvSpPr>
        <p:spPr>
          <a:xfrm>
            <a:off x="6096000" y="2921168"/>
            <a:ext cx="45067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Future Scope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024AB9B5-3243-711F-C3D7-D4F78D8CEB1C}"/>
              </a:ext>
            </a:extLst>
          </p:cNvPr>
          <p:cNvSpPr/>
          <p:nvPr/>
        </p:nvSpPr>
        <p:spPr>
          <a:xfrm>
            <a:off x="7809388" y="1700280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7435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BBC62-B2A2-5678-45FC-B05CF3052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6532221" y="2921168"/>
            <a:ext cx="3571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7777995" y="1736856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28008-297D-7E91-057A-6AB959109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39F219-BEC2-A7AC-FBBF-72E0AC79A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37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678</Words>
  <Application>Microsoft Office PowerPoint</Application>
  <PresentationFormat>Widescreen</PresentationFormat>
  <Paragraphs>80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87</cp:revision>
  <dcterms:created xsi:type="dcterms:W3CDTF">2025-11-08T08:24:55Z</dcterms:created>
  <dcterms:modified xsi:type="dcterms:W3CDTF">2025-11-09T07:59:45Z</dcterms:modified>
</cp:coreProperties>
</file>