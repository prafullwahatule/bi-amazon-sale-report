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EB5C"/>
    <a:srgbClr val="E2A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59D6-14B0-D2D1-DA38-4163A781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7351-5DB0-D206-C0BB-ADC45AC49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4693F-ED5B-0DC7-365A-984670223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71237-E33A-6AD2-0E42-A5DCC4517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51F75-1AF7-8D3F-034A-0251B4CAA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5505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8DBA-77C6-4E1A-111A-EEF0229D2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A1999-752A-6366-9DAF-83AEB27EA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977E4-A3D5-571C-8476-C2F3FCA60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56F02-BCE1-28E2-DCE9-17FCBA044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65A05-759B-02AF-6A58-9D3FC6436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384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FDB6F-FBCE-5480-1B0D-2D873E998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40AC6B-BCE0-023B-981A-133766E5B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AB08F-51CA-B3CC-B7FC-31B955B4F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65413A-C881-F6AE-DD17-85902A918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3EFC6-3A3A-FF13-1E46-9C8FBB23B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7239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91919-4DA1-316D-A72C-6795CC307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E266E-9AC9-BB4A-2AAF-C1AE70CB40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F5CE52-4927-43BE-ABED-230DF95296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F45B4-C666-74C7-8F93-B0181DF78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E8727-0A40-A557-D788-7B4DB12C7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67B88D-0486-58EF-B93A-F25A4C578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584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C579E-A172-F04F-0856-6D6926C3D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93CD8B-DFD2-70BB-89F6-6F6ABD5F2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479B10-76A2-EFF6-5B09-DFF41BA0E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0FBF68-23E6-C4F9-9885-2505813A7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027CD-299A-D7C1-640B-FC28870E3D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31872C-DEFF-6EAE-E971-F0C0E1BC7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6E4334-AA10-AFBF-F597-E5707CDA3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4520A6-326B-2266-0985-54EFFBDF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61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D031-ECDF-1B16-25A7-832532805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789146-56F5-81E3-17CC-02068241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C4CB9-61BB-A63D-7997-975CB2FFA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850046-068E-4859-66E0-A60DC22E9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8857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7CD8D6-B147-E63E-D347-C4727578A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711A88-ACBC-9117-69DF-EBF670F3A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2728C-1E71-814B-9575-BA487B431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820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4341A-886E-E9BC-2C48-885CA562B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052CD-315D-1342-77B8-D4BB5EE69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E3333F-6BBB-1F91-3A2A-597934D76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3E985-138A-90D1-2291-561203B30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2158A5-C999-185A-A530-1803EB3D6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7447C4-1140-E4CC-D035-1EA816E8B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10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608EE-5C4F-1164-603D-04C99566F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F4A645-1923-99A1-59CF-BA2B3F041D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495B0E-2E9B-876C-E268-62FD088C06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8BDC9-979F-9E81-8C39-CA16891F2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2C59C-3B2B-3532-BEE0-DAB1C153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51753-E947-0BAC-AF85-D43052AAD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3810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A4550-6905-9CE9-B036-A1E1E9D67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378B56-50FA-A50B-AE4B-3EBFB22960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CC30-4CC5-481E-AE50-AC41EE8C7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D09B4-F16F-AA99-D4F9-C4EB422A2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ABA5F8-F946-396D-C3CA-A7FC92B0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416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057A3D-0705-C4C2-57B6-82244938A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80A7DE-6297-9ACB-A12E-4367021F71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F7BAB2-1B8F-07FC-8D18-217217294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AA0A9-0067-A13F-64D7-CDC0174DA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544BF-C2B4-3793-A006-C2CE8AA30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551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700634-B760-C95F-B92E-32F6A59C9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BAFFAF-D876-2245-653C-F94EF5F5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4B676-5690-746A-772F-4C615F048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C7F747-7299-4C92-9E5D-38C4C5A79C2C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EA67C-8436-957E-1DCE-3F9BF0A8E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487E6-D9C3-718A-0C5C-CFB56B062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6561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A62D256-577F-FEE6-CCBD-29B936F00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7F16F-6701-B4FD-B78E-40EED3749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57200"/>
            <a:ext cx="9144000" cy="1289304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/>
                </a:solidFill>
                <a:latin typeface="Comic Sans MS" panose="030F0702030302020204" pitchFamily="66" charset="0"/>
              </a:rPr>
              <a:t>Amazon Sales Dashboard </a:t>
            </a:r>
            <a:r>
              <a:rPr lang="en-US" dirty="0">
                <a:solidFill>
                  <a:schemeClr val="bg1"/>
                </a:solidFill>
                <a:latin typeface="Comic Sans MS" panose="030F0702030302020204" pitchFamily="66" charset="0"/>
              </a:rPr>
              <a:t>– </a:t>
            </a:r>
            <a:r>
              <a:rPr lang="en-US" sz="3600" dirty="0">
                <a:solidFill>
                  <a:schemeClr val="bg1"/>
                </a:solidFill>
                <a:latin typeface="Comic Sans MS" panose="030F0702030302020204" pitchFamily="66" charset="0"/>
              </a:rPr>
              <a:t>Power BI Project</a:t>
            </a:r>
            <a:endParaRPr lang="en-IN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mic Sans MS" panose="030F0702030302020204" pitchFamily="66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B41088-18BE-5D3C-1B7A-ED3D05CCDA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95232" y="6574536"/>
            <a:ext cx="3096768" cy="283464"/>
          </a:xfrm>
        </p:spPr>
        <p:txBody>
          <a:bodyPr>
            <a:normAutofit fontScale="85000" lnSpcReduction="10000"/>
          </a:bodyPr>
          <a:lstStyle/>
          <a:p>
            <a:pPr algn="r"/>
            <a:r>
              <a:rPr lang="en-IN" sz="1800" dirty="0">
                <a:solidFill>
                  <a:schemeClr val="bg1"/>
                </a:solidFill>
                <a:latin typeface="Comic Sans MS" panose="030F0702030302020204" pitchFamily="66" charset="0"/>
              </a:rPr>
              <a:t>Guided By: Abhishek </a:t>
            </a:r>
            <a:r>
              <a:rPr lang="en-IN" sz="1800" dirty="0" err="1">
                <a:solidFill>
                  <a:schemeClr val="bg1"/>
                </a:solidFill>
                <a:latin typeface="Comic Sans MS" panose="030F0702030302020204" pitchFamily="66" charset="0"/>
              </a:rPr>
              <a:t>Wahaval</a:t>
            </a:r>
            <a:endParaRPr lang="en-IN" sz="1800" dirty="0">
              <a:solidFill>
                <a:schemeClr val="bg1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70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86986A-FBEE-87DB-FF12-E5EF9541EA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E76205-8F05-395F-A74B-C70F58E444C7}"/>
              </a:ext>
            </a:extLst>
          </p:cNvPr>
          <p:cNvSpPr txBox="1"/>
          <p:nvPr/>
        </p:nvSpPr>
        <p:spPr>
          <a:xfrm>
            <a:off x="3706749" y="118872"/>
            <a:ext cx="477850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Introduction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77F230-8C14-89D3-748C-E57B9B8E29AF}"/>
              </a:ext>
            </a:extLst>
          </p:cNvPr>
          <p:cNvSpPr txBox="1"/>
          <p:nvPr/>
        </p:nvSpPr>
        <p:spPr>
          <a:xfrm>
            <a:off x="1879854" y="2252311"/>
            <a:ext cx="843229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Amazon Sales Dashboard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is an interactive Power BI project designed to analyze and visualize e-commerce sales data.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businesses monitor key metrics like sales, orders, quantity, fulfilment, and promotions — all in one place.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With real-time insights, this dashboard supports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data-driven decision-making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, improves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operational efficiency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, and helps identify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growth opportunities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across regions and product categories.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87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857D8-5D8A-F39E-D08D-8EB371913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15D1B98-6665-88EA-65E7-B95FDA43C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0CE583-AD27-1D54-5948-52801811B9B7}"/>
              </a:ext>
            </a:extLst>
          </p:cNvPr>
          <p:cNvSpPr txBox="1"/>
          <p:nvPr/>
        </p:nvSpPr>
        <p:spPr>
          <a:xfrm>
            <a:off x="4149089" y="137160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Overview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C8BF2-63BA-8C06-2A0B-499CFBB6BE04}"/>
              </a:ext>
            </a:extLst>
          </p:cNvPr>
          <p:cNvSpPr txBox="1"/>
          <p:nvPr/>
        </p:nvSpPr>
        <p:spPr>
          <a:xfrm>
            <a:off x="722376" y="2350008"/>
            <a:ext cx="1048816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This project presents an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interactive Power BI dashboard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built to analyze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sales performance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across multiple dimensions such as product, region, fulfilment, and promotions.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provides a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centralized view of business metrics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enabling quick insights into revenue trends, top-performing categories, and operational efficiency.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dashboard helps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stakeholders make data-driven decisions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through real-time filtering, dynamic visuals, and forecasting analytics.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454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09165B-81E1-AF53-35CE-F1467128F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DF596-8189-6BB0-CF7A-05546A79FBA7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Objective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5655D1-F7B0-7941-9929-135E8F632F75}"/>
              </a:ext>
            </a:extLst>
          </p:cNvPr>
          <p:cNvGrpSpPr/>
          <p:nvPr/>
        </p:nvGrpSpPr>
        <p:grpSpPr>
          <a:xfrm>
            <a:off x="1714118" y="2406054"/>
            <a:ext cx="8763762" cy="3374674"/>
            <a:chOff x="1657350" y="2314614"/>
            <a:chExt cx="8763762" cy="337467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17AB53-626F-6485-DAD7-A4ACB1CBF20E}"/>
                </a:ext>
              </a:extLst>
            </p:cNvPr>
            <p:cNvSpPr txBox="1"/>
            <p:nvPr/>
          </p:nvSpPr>
          <p:spPr>
            <a:xfrm>
              <a:off x="1657350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400DAE-8B4C-A83A-3D5C-DBF6FD29769A}"/>
                </a:ext>
              </a:extLst>
            </p:cNvPr>
            <p:cNvSpPr txBox="1"/>
            <p:nvPr/>
          </p:nvSpPr>
          <p:spPr>
            <a:xfrm>
              <a:off x="6628638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62F4E8-F958-4185-289C-2FA1168D55DC}"/>
                </a:ext>
              </a:extLst>
            </p:cNvPr>
            <p:cNvSpPr txBox="1"/>
            <p:nvPr/>
          </p:nvSpPr>
          <p:spPr>
            <a:xfrm>
              <a:off x="1657350" y="3648008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Track key KPIs</a:t>
              </a:r>
              <a:r>
                <a:rPr lang="en-US" sz="2000" dirty="0">
                  <a:solidFill>
                    <a:schemeClr val="bg1"/>
                  </a:solidFill>
                </a:rPr>
                <a:t> like Total Sales, Orders, Quantity Sold, and AOV.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96F758-BD79-FDE4-C3D2-AEC846746A93}"/>
                </a:ext>
              </a:extLst>
            </p:cNvPr>
            <p:cNvSpPr txBox="1"/>
            <p:nvPr/>
          </p:nvSpPr>
          <p:spPr>
            <a:xfrm>
              <a:off x="6628638" y="4673625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Identify top-performing products &amp; regions</a:t>
              </a:r>
              <a:r>
                <a:rPr lang="en-US" sz="2000" dirty="0">
                  <a:solidFill>
                    <a:schemeClr val="bg1"/>
                  </a:solidFill>
                </a:rPr>
                <a:t> for better business planning.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0459573-9842-614A-1B47-65FE85BF7256}"/>
                </a:ext>
              </a:extLst>
            </p:cNvPr>
            <p:cNvSpPr txBox="1"/>
            <p:nvPr/>
          </p:nvSpPr>
          <p:spPr>
            <a:xfrm>
              <a:off x="1657350" y="4673625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Evaluate fulfilment &amp; promotions</a:t>
              </a:r>
              <a:r>
                <a:rPr lang="en-US" sz="2000" dirty="0">
                  <a:solidFill>
                    <a:schemeClr val="bg1"/>
                  </a:solidFill>
                </a:rPr>
                <a:t> to measure operational efficiency.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126485-444F-9EB0-9BBB-B2ADD2506B7F}"/>
                </a:ext>
              </a:extLst>
            </p:cNvPr>
            <p:cNvSpPr txBox="1"/>
            <p:nvPr/>
          </p:nvSpPr>
          <p:spPr>
            <a:xfrm>
              <a:off x="6628638" y="3648008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Forecast future sales trends</a:t>
              </a:r>
              <a:r>
                <a:rPr lang="en-US" sz="2000" dirty="0">
                  <a:solidFill>
                    <a:schemeClr val="bg1"/>
                  </a:solidFill>
                </a:rPr>
                <a:t> for data-driven decision making.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6704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FD4DAF-BE0A-E43B-0B0C-07A75B68F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6A4E4F-190F-F3FC-8516-6FA52CEDDDBB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Outcome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111DBB-F4AF-4D24-B110-A0101C250F7A}"/>
              </a:ext>
            </a:extLst>
          </p:cNvPr>
          <p:cNvGrpSpPr/>
          <p:nvPr/>
        </p:nvGrpSpPr>
        <p:grpSpPr>
          <a:xfrm>
            <a:off x="1302638" y="2234627"/>
            <a:ext cx="9586722" cy="3850582"/>
            <a:chOff x="1533525" y="2079179"/>
            <a:chExt cx="9586722" cy="385058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BF51A9-3173-FC7C-75BC-8A10B9D4BB1A}"/>
                </a:ext>
              </a:extLst>
            </p:cNvPr>
            <p:cNvSpPr txBox="1"/>
            <p:nvPr/>
          </p:nvSpPr>
          <p:spPr>
            <a:xfrm>
              <a:off x="1533525" y="2079180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Gained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clear visibility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into overall Amazon sales performance across multiple dimensions.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8725D3-5426-8D7C-53D3-374C1C49F71A}"/>
                </a:ext>
              </a:extLst>
            </p:cNvPr>
            <p:cNvSpPr txBox="1"/>
            <p:nvPr/>
          </p:nvSpPr>
          <p:spPr>
            <a:xfrm>
              <a:off x="1533525" y="3650527"/>
              <a:ext cx="412165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</a:rPr>
                <a:t>Improved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marketing</a:t>
              </a:r>
              <a:r>
                <a:rPr lang="en-US" sz="2000" b="1" dirty="0">
                  <a:solidFill>
                    <a:schemeClr val="bg1"/>
                  </a:solidFill>
                </a:rPr>
                <a:t> and inventory strategies</a:t>
              </a:r>
              <a:r>
                <a:rPr lang="en-US" sz="2000" dirty="0">
                  <a:solidFill>
                    <a:schemeClr val="bg1"/>
                  </a:solidFill>
                </a:rPr>
                <a:t> using promotional and category insights.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BE8B182-3A2C-DBC1-429A-FB1FB4105C98}"/>
                </a:ext>
              </a:extLst>
            </p:cNvPr>
            <p:cNvSpPr txBox="1"/>
            <p:nvPr/>
          </p:nvSpPr>
          <p:spPr>
            <a:xfrm>
              <a:off x="3943730" y="4914098"/>
              <a:ext cx="444131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Enabled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data-driven forecasting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to plan future sales, operations, and demand effectively.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02977D3-C131-3DB8-8EFF-D760B5071197}"/>
                </a:ext>
              </a:extLst>
            </p:cNvPr>
            <p:cNvSpPr txBox="1"/>
            <p:nvPr/>
          </p:nvSpPr>
          <p:spPr>
            <a:xfrm>
              <a:off x="6998589" y="2079179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Identified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top-performing products, regions, and fulfilment types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for better business planning.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C8D7BAD-326F-875E-1AF1-41FD155FEF09}"/>
                </a:ext>
              </a:extLst>
            </p:cNvPr>
            <p:cNvSpPr txBox="1"/>
            <p:nvPr/>
          </p:nvSpPr>
          <p:spPr>
            <a:xfrm>
              <a:off x="6998589" y="3650527"/>
              <a:ext cx="412165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Delivered a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fully interactive Power BI dashboard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for faster and smarter decision-making.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48624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293</Words>
  <Application>Microsoft Office PowerPoint</Application>
  <PresentationFormat>Widescreen</PresentationFormat>
  <Paragraphs>23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Book Antiqua</vt:lpstr>
      <vt:lpstr>Bookman Old Style</vt:lpstr>
      <vt:lpstr>Calibri</vt:lpstr>
      <vt:lpstr>Calibri Light</vt:lpstr>
      <vt:lpstr>Comic Sans MS</vt:lpstr>
      <vt:lpstr>Office Theme</vt:lpstr>
      <vt:lpstr>Amazon Sales Dashboard – Power BI Project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Prafull Wahatule</dc:creator>
  <cp:lastModifiedBy>Prafull Wahatule</cp:lastModifiedBy>
  <cp:revision>28</cp:revision>
  <dcterms:created xsi:type="dcterms:W3CDTF">2025-11-08T08:24:55Z</dcterms:created>
  <dcterms:modified xsi:type="dcterms:W3CDTF">2025-11-08T14:16:52Z</dcterms:modified>
</cp:coreProperties>
</file>